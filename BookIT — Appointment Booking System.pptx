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9" r:id="rId1"/>
  </p:sldMasterIdLst>
  <p:sldIdLst>
    <p:sldId id="256" r:id="rId2"/>
    <p:sldId id="257" r:id="rId3"/>
    <p:sldId id="258" r:id="rId4"/>
    <p:sldId id="259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627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476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185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50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590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11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19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193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148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918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397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28855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1037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4392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920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4565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42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9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aper files on the table">
            <a:extLst>
              <a:ext uri="{FF2B5EF4-FFF2-40B4-BE49-F238E27FC236}">
                <a16:creationId xmlns:a16="http://schemas.microsoft.com/office/drawing/2014/main" id="{99091BB4-CACC-DFE3-9499-68BA25CCB2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604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 err="1"/>
              <a:t>BookIT</a:t>
            </a:r>
            <a:r>
              <a:rPr lang="en-US" sz="4400" b="1" dirty="0"/>
              <a:t> </a:t>
            </a:r>
            <a:br>
              <a:rPr lang="en-US" sz="4400" b="1" dirty="0"/>
            </a:br>
            <a:r>
              <a:rPr lang="en-US" sz="4400" b="1" dirty="0"/>
              <a:t> Appointment Booking System</a:t>
            </a:r>
            <a:br>
              <a:rPr lang="en-US" sz="4400" b="1" dirty="0"/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901190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43" y="471487"/>
            <a:ext cx="11776982" cy="1685925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Problem Statement</a:t>
            </a:r>
            <a:br>
              <a:rPr lang="en-US" b="1"/>
            </a:br>
            <a:r>
              <a:rPr lang="en-US" b="1"/>
              <a:t>. </a:t>
            </a:r>
            <a:r>
              <a:rPr lang="en-US" sz="2000"/>
              <a:t>Manual appointment scheduling is time-consuming and may cause scheduling      </a:t>
            </a:r>
            <a:br>
              <a:rPr lang="en-US" sz="2000"/>
            </a:br>
            <a:r>
              <a:rPr lang="en-US" sz="2000"/>
              <a:t>    conflicts. This project provides a secure online platform for appointment booking and      </a:t>
            </a:r>
            <a:br>
              <a:rPr lang="en-US" sz="2000"/>
            </a:br>
            <a:r>
              <a:rPr lang="en-US" sz="2000"/>
              <a:t>    management.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559838" y="2318295"/>
            <a:ext cx="11084476" cy="440120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sz="4000"/>
              <a:t>. </a:t>
            </a:r>
            <a:r>
              <a:rPr lang="en-US" sz="2800"/>
              <a:t>Challenges</a:t>
            </a:r>
          </a:p>
          <a:p>
            <a:pPr>
              <a:lnSpc>
                <a:spcPct val="150000"/>
              </a:lnSpc>
            </a:pPr>
            <a:r>
              <a:rPr lang="en-US" sz="2800"/>
              <a:t>    </a:t>
            </a:r>
            <a:r>
              <a:rPr lang="en-US"/>
              <a:t>Long waiting times</a:t>
            </a:r>
          </a:p>
          <a:p>
            <a:pPr>
              <a:lnSpc>
                <a:spcPct val="150000"/>
              </a:lnSpc>
            </a:pPr>
            <a:r>
              <a:rPr lang="en-US"/>
              <a:t>      Manual record maintenance</a:t>
            </a:r>
          </a:p>
          <a:p>
            <a:pPr>
              <a:lnSpc>
                <a:spcPct val="150000"/>
              </a:lnSpc>
            </a:pPr>
            <a:r>
              <a:rPr lang="en-US"/>
              <a:t>      Scheduling errors</a:t>
            </a:r>
          </a:p>
          <a:p>
            <a:pPr>
              <a:lnSpc>
                <a:spcPct val="150000"/>
              </a:lnSpc>
            </a:pPr>
            <a:r>
              <a:rPr lang="en-US"/>
              <a:t>      Poor appointment tracking</a:t>
            </a:r>
          </a:p>
          <a:p>
            <a:pPr>
              <a:lnSpc>
                <a:spcPct val="150000"/>
              </a:lnSpc>
            </a:pPr>
            <a:r>
              <a:rPr lang="en-US"/>
              <a:t>      Lack of online accessibility</a:t>
            </a:r>
          </a:p>
          <a:p>
            <a:r>
              <a:rPr lang="en-US" sz="3600"/>
              <a:t>.  </a:t>
            </a:r>
            <a:r>
              <a:rPr lang="en-US" sz="2800"/>
              <a:t>Need for the Project</a:t>
            </a:r>
          </a:p>
          <a:p>
            <a:pPr>
              <a:lnSpc>
                <a:spcPct val="150000"/>
              </a:lnSpc>
            </a:pPr>
            <a:r>
              <a:rPr lang="en-US"/>
              <a:t>    To provide a secure and user-friendly platform that simplifies appointment scheduling and management        for both         users and administrators.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85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1641" y="624110"/>
            <a:ext cx="10272971" cy="833215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Methodology /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1641" y="1457325"/>
            <a:ext cx="1064127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.</a:t>
            </a:r>
            <a:r>
              <a:rPr lang="en-US" sz="2800" b="1" dirty="0"/>
              <a:t>Technologies Used</a:t>
            </a:r>
          </a:p>
          <a:p>
            <a:r>
              <a:rPr lang="en-US" sz="3200" dirty="0">
                <a:solidFill>
                  <a:srgbClr val="FFC000"/>
                </a:solidFill>
              </a:rPr>
              <a:t>-</a:t>
            </a:r>
            <a:r>
              <a:rPr lang="en-US" sz="2400" b="1" dirty="0">
                <a:solidFill>
                  <a:srgbClr val="FFC000"/>
                </a:solidFill>
              </a:rPr>
              <a:t>Frontend                -Backend               -Database</a:t>
            </a:r>
          </a:p>
          <a:p>
            <a:r>
              <a:rPr lang="en-US" dirty="0"/>
              <a:t>      React.js                                 Spring Boot                    MySQL            </a:t>
            </a:r>
          </a:p>
          <a:p>
            <a:r>
              <a:rPr lang="en-US" dirty="0"/>
              <a:t>      HTML5                                  Spring Security</a:t>
            </a:r>
          </a:p>
          <a:p>
            <a:r>
              <a:rPr lang="en-US" dirty="0"/>
              <a:t>      CSS3                                    REST APIs</a:t>
            </a:r>
          </a:p>
          <a:p>
            <a:r>
              <a:rPr lang="en-US" dirty="0"/>
              <a:t>     JavaScript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1743075" y="3937144"/>
            <a:ext cx="592931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.</a:t>
            </a:r>
            <a:r>
              <a:rPr lang="en-US" sz="2800" b="1" dirty="0"/>
              <a:t>Working Process</a:t>
            </a:r>
          </a:p>
          <a:p>
            <a:r>
              <a:rPr lang="en-US" dirty="0"/>
              <a:t>    - User Registration/Login</a:t>
            </a:r>
          </a:p>
          <a:p>
            <a:r>
              <a:rPr lang="en-US" dirty="0"/>
              <a:t>    - Authentication using JWT</a:t>
            </a:r>
          </a:p>
          <a:p>
            <a:r>
              <a:rPr lang="en-US" dirty="0"/>
              <a:t>    - Browse Available Services</a:t>
            </a:r>
          </a:p>
          <a:p>
            <a:r>
              <a:rPr lang="en-US" dirty="0"/>
              <a:t>    - Book Appointment</a:t>
            </a:r>
          </a:p>
          <a:p>
            <a:r>
              <a:rPr lang="en-US" dirty="0"/>
              <a:t>    - Store Data in MySQL</a:t>
            </a:r>
          </a:p>
          <a:p>
            <a:r>
              <a:rPr lang="en-US" dirty="0"/>
              <a:t>    - Admin Manages Appointments and Users</a:t>
            </a:r>
          </a:p>
        </p:txBody>
      </p:sp>
    </p:spTree>
    <p:extLst>
      <p:ext uri="{BB962C8B-B14F-4D97-AF65-F5344CB8AC3E}">
        <p14:creationId xmlns:p14="http://schemas.microsoft.com/office/powerpoint/2010/main" val="2178108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85192"/>
            <a:ext cx="10226351" cy="116072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         </a:t>
            </a:r>
            <a:r>
              <a:rPr lang="en-US" sz="4000" b="1" dirty="0"/>
              <a:t>Results/Outcome</a:t>
            </a:r>
            <a:br>
              <a:rPr lang="en-US" b="1" dirty="0"/>
            </a:br>
            <a:r>
              <a:rPr lang="en-US" b="1" dirty="0"/>
              <a:t>           </a:t>
            </a:r>
            <a:br>
              <a:rPr lang="en-US" b="1" dirty="0"/>
            </a:br>
            <a:r>
              <a:rPr lang="en-US" b="1" dirty="0"/>
              <a:t>    </a:t>
            </a:r>
            <a:r>
              <a:rPr lang="en-US" sz="3100" b="1" dirty="0">
                <a:solidFill>
                  <a:srgbClr val="FF0000"/>
                </a:solidFill>
              </a:rPr>
              <a:t>User Login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AutoShape 2" descr="blob:https://web.whatsapp.com/18459927-4250-4b87-8f4f-5cd0eaabeed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298" y="4389122"/>
            <a:ext cx="5569527" cy="22111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D50E1A-7727-4716-0760-E9D9BBEB6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298" y="1778924"/>
            <a:ext cx="5569527" cy="20559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E67AD58-C8B2-8EF5-E421-87BE86EFA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3" y="4389122"/>
            <a:ext cx="5222991" cy="221118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80A91BA-9A0E-B24A-1E91-37ABEEA6D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2" y="1778924"/>
            <a:ext cx="5222991" cy="205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39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07819"/>
            <a:ext cx="10364451" cy="930517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chemeClr val="accent3">
                    <a:lumMod val="50000"/>
                  </a:schemeClr>
                </a:solidFill>
              </a:rPr>
              <a:t>Admin Login</a:t>
            </a:r>
            <a:endParaRPr lang="en-US" sz="32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774" y="1396538"/>
            <a:ext cx="5170517" cy="25270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EEFA12-C116-FAB6-8746-F30B3FB24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170" y="1396538"/>
            <a:ext cx="5669280" cy="25270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B045AA-67C8-DAB8-78B0-0D94D9A68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774" y="4181809"/>
            <a:ext cx="5170517" cy="24517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8F86D6-5157-BAEE-4273-5178741C0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1170" y="4181809"/>
            <a:ext cx="5669280" cy="245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39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en placed on top of a signature line">
            <a:extLst>
              <a:ext uri="{FF2B5EF4-FFF2-40B4-BE49-F238E27FC236}">
                <a16:creationId xmlns:a16="http://schemas.microsoft.com/office/drawing/2014/main" id="{E7CA1BEF-6DF2-E295-E612-4F7763AD7D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86" r="-1" b="-1"/>
          <a:stretch>
            <a:fillRect/>
          </a:stretch>
        </p:blipFill>
        <p:spPr>
          <a:xfrm>
            <a:off x="1" y="10"/>
            <a:ext cx="7552944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6408" y="640831"/>
            <a:ext cx="3352128" cy="15738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b="1"/>
              <a:t>              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196408" y="2367092"/>
            <a:ext cx="3352128" cy="3881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b="1" cap="all" dirty="0"/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cap="all" dirty="0"/>
              <a:t> The </a:t>
            </a:r>
            <a:r>
              <a:rPr lang="en-US" cap="all" dirty="0" err="1"/>
              <a:t>BooKIT</a:t>
            </a:r>
            <a:r>
              <a:rPr lang="en-US" cap="all" dirty="0"/>
              <a:t> Appointment Booking System successfully digitizes the  appointment scheduling process and improves efficiency through a secure and user-friendly platform.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3599727" y="3386138"/>
            <a:ext cx="6736465" cy="3105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/>
              <a:t>     Future Enhancements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Tx/>
              <a:buChar char="-"/>
            </a:pPr>
            <a:r>
              <a:rPr lang="en-US" sz="2000" dirty="0"/>
              <a:t>Email Notifications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Tx/>
              <a:buChar char="-"/>
            </a:pPr>
            <a:r>
              <a:rPr lang="en-US" sz="2000" dirty="0"/>
              <a:t>SMS Reminders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Tx/>
              <a:buChar char="-"/>
            </a:pPr>
            <a:r>
              <a:rPr lang="en-US" sz="2000" dirty="0"/>
              <a:t>Online Payment Integration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Tx/>
              <a:buChar char="-"/>
            </a:pPr>
            <a:r>
              <a:rPr lang="en-US" sz="2000" dirty="0"/>
              <a:t>Appointment Analytics and Reports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Tx/>
              <a:buChar char="-"/>
            </a:pPr>
            <a:r>
              <a:rPr lang="en-US" sz="2000" dirty="0"/>
              <a:t>Mobile Application Support</a:t>
            </a:r>
          </a:p>
        </p:txBody>
      </p:sp>
    </p:spTree>
    <p:extLst>
      <p:ext uri="{BB962C8B-B14F-4D97-AF65-F5344CB8AC3E}">
        <p14:creationId xmlns:p14="http://schemas.microsoft.com/office/powerpoint/2010/main" val="70436660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249</TotalTime>
  <Words>205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Tw Cen MT</vt:lpstr>
      <vt:lpstr>Droplet</vt:lpstr>
      <vt:lpstr>BookIT   Appointment Booking System </vt:lpstr>
      <vt:lpstr>Problem Statement . Manual appointment scheduling is time-consuming and may cause scheduling           conflicts. This project provides a secure online platform for appointment booking and           management.</vt:lpstr>
      <vt:lpstr>Methodology / Approach</vt:lpstr>
      <vt:lpstr>          Results/Outcome                 User Login </vt:lpstr>
      <vt:lpstr>Admin Login</vt:lpstr>
      <vt:lpstr>           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</dc:creator>
  <cp:lastModifiedBy>Kambham Akitha</cp:lastModifiedBy>
  <cp:revision>15</cp:revision>
  <dcterms:created xsi:type="dcterms:W3CDTF">2026-06-22T13:57:21Z</dcterms:created>
  <dcterms:modified xsi:type="dcterms:W3CDTF">2026-06-24T07:15:32Z</dcterms:modified>
</cp:coreProperties>
</file>